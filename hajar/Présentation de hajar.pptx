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9667A4-7228-6F06-A53A-C60C27126049}" v="96" dt="2026-09-30T20:42:31.4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B420EC1-7273-4918-9798-E42835DE6ADA}" type="doc">
      <dgm:prSet loTypeId="urn:microsoft.com/office/officeart/2005/8/layout/matrix2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DC81310-AF3F-4CA5-9C12-951E76C6F0F9}">
      <dgm:prSet/>
      <dgm:spPr/>
      <dgm:t>
        <a:bodyPr/>
        <a:lstStyle/>
        <a:p>
          <a:r>
            <a:rPr lang="en-US" b="1"/>
            <a:t>C'est quoi ?</a:t>
          </a:r>
          <a:r>
            <a:rPr lang="en-US"/>
            <a:t> Une histoire triste et grave avec des personnages très importants (des rois, des reines, des héros).</a:t>
          </a:r>
        </a:p>
      </dgm:t>
    </dgm:pt>
    <dgm:pt modelId="{46DA550B-4B7B-4384-A673-7EDB2E7A8B4B}" type="parTrans" cxnId="{5714C3CE-E660-49F6-8D50-F19C3A844C62}">
      <dgm:prSet/>
      <dgm:spPr/>
      <dgm:t>
        <a:bodyPr/>
        <a:lstStyle/>
        <a:p>
          <a:endParaRPr lang="en-US"/>
        </a:p>
      </dgm:t>
    </dgm:pt>
    <dgm:pt modelId="{3A8D66EC-408E-4F3F-A2B0-E1447C76D4E6}" type="sibTrans" cxnId="{5714C3CE-E660-49F6-8D50-F19C3A844C62}">
      <dgm:prSet/>
      <dgm:spPr/>
      <dgm:t>
        <a:bodyPr/>
        <a:lstStyle/>
        <a:p>
          <a:endParaRPr lang="en-US"/>
        </a:p>
      </dgm:t>
    </dgm:pt>
    <dgm:pt modelId="{811304A1-7625-4F6B-9F32-F7FEBDC3EA20}">
      <dgm:prSet/>
      <dgm:spPr/>
      <dgm:t>
        <a:bodyPr/>
        <a:lstStyle/>
        <a:p>
          <a:r>
            <a:rPr lang="en-US" b="1"/>
            <a:t>Le but :</a:t>
          </a:r>
          <a:r>
            <a:rPr lang="en-US"/>
            <a:t> Raconter l'histoire de personnes qui luttent contre un destin terrible ou un grand malheur.</a:t>
          </a:r>
        </a:p>
      </dgm:t>
    </dgm:pt>
    <dgm:pt modelId="{BDE51858-84DA-4A9D-8667-311C18D2B3E3}" type="parTrans" cxnId="{DF6BA9B3-54EE-4C2C-AA8C-9B19893EC73C}">
      <dgm:prSet/>
      <dgm:spPr/>
      <dgm:t>
        <a:bodyPr/>
        <a:lstStyle/>
        <a:p>
          <a:endParaRPr lang="en-US"/>
        </a:p>
      </dgm:t>
    </dgm:pt>
    <dgm:pt modelId="{7A8E502B-2878-4947-8245-11532553F8F1}" type="sibTrans" cxnId="{DF6BA9B3-54EE-4C2C-AA8C-9B19893EC73C}">
      <dgm:prSet/>
      <dgm:spPr/>
      <dgm:t>
        <a:bodyPr/>
        <a:lstStyle/>
        <a:p>
          <a:endParaRPr lang="en-US"/>
        </a:p>
      </dgm:t>
    </dgm:pt>
    <dgm:pt modelId="{A9226984-7225-45D3-BA9B-CBA2B72EF4B6}">
      <dgm:prSet/>
      <dgm:spPr/>
      <dgm:t>
        <a:bodyPr/>
        <a:lstStyle/>
        <a:p>
          <a:r>
            <a:rPr lang="en-US" b="1"/>
            <a:t>La fin :</a:t>
          </a:r>
          <a:r>
            <a:rPr lang="en-US"/>
            <a:t> Elle finit presque toujours mal (par la mort du héros ou un grand drame).</a:t>
          </a:r>
        </a:p>
      </dgm:t>
    </dgm:pt>
    <dgm:pt modelId="{C79422C7-AE22-44A9-B621-3EBAFFA38605}" type="parTrans" cxnId="{2E09B306-5409-4D70-BBE8-4E6350633D73}">
      <dgm:prSet/>
      <dgm:spPr/>
      <dgm:t>
        <a:bodyPr/>
        <a:lstStyle/>
        <a:p>
          <a:endParaRPr lang="en-US"/>
        </a:p>
      </dgm:t>
    </dgm:pt>
    <dgm:pt modelId="{DE9424A9-AB2C-45F7-8F8E-83DBF0801204}" type="sibTrans" cxnId="{2E09B306-5409-4D70-BBE8-4E6350633D73}">
      <dgm:prSet/>
      <dgm:spPr/>
      <dgm:t>
        <a:bodyPr/>
        <a:lstStyle/>
        <a:p>
          <a:endParaRPr lang="en-US"/>
        </a:p>
      </dgm:t>
    </dgm:pt>
    <dgm:pt modelId="{70A79FD0-0BA2-429D-97D4-2F66A1C95B60}">
      <dgm:prSet/>
      <dgm:spPr/>
      <dgm:t>
        <a:bodyPr/>
        <a:lstStyle/>
        <a:p>
          <a:r>
            <a:rPr lang="en-US" i="1"/>
            <a:t>Exemple :</a:t>
          </a:r>
          <a:r>
            <a:rPr lang="en-US"/>
            <a:t> Les histoires de la mythologie grecque (</a:t>
          </a:r>
          <a:r>
            <a:rPr lang="en-US" i="1"/>
            <a:t>Œdipe</a:t>
          </a:r>
          <a:r>
            <a:rPr lang="en-US"/>
            <a:t>).</a:t>
          </a:r>
        </a:p>
      </dgm:t>
    </dgm:pt>
    <dgm:pt modelId="{A6F50BF4-2E6D-405E-9BE8-A1844156C7B3}" type="parTrans" cxnId="{5755EB2C-F75D-4DA0-8BEF-7049D1038D42}">
      <dgm:prSet/>
      <dgm:spPr/>
      <dgm:t>
        <a:bodyPr/>
        <a:lstStyle/>
        <a:p>
          <a:endParaRPr lang="en-US"/>
        </a:p>
      </dgm:t>
    </dgm:pt>
    <dgm:pt modelId="{AEB1A49A-90C2-45CC-BAA5-9AA4707EC40E}" type="sibTrans" cxnId="{5755EB2C-F75D-4DA0-8BEF-7049D1038D42}">
      <dgm:prSet/>
      <dgm:spPr/>
      <dgm:t>
        <a:bodyPr/>
        <a:lstStyle/>
        <a:p>
          <a:endParaRPr lang="en-US"/>
        </a:p>
      </dgm:t>
    </dgm:pt>
    <dgm:pt modelId="{5A8D293F-0CC0-4719-B281-70E10B151899}" type="pres">
      <dgm:prSet presAssocID="{3B420EC1-7273-4918-9798-E42835DE6ADA}" presName="matrix" presStyleCnt="0">
        <dgm:presLayoutVars>
          <dgm:chMax val="1"/>
          <dgm:dir/>
          <dgm:resizeHandles val="exact"/>
        </dgm:presLayoutVars>
      </dgm:prSet>
      <dgm:spPr/>
    </dgm:pt>
    <dgm:pt modelId="{4F358AED-38EC-48E0-8C6E-C9EBBB24918D}" type="pres">
      <dgm:prSet presAssocID="{3B420EC1-7273-4918-9798-E42835DE6ADA}" presName="axisShape" presStyleLbl="bgShp" presStyleIdx="0" presStyleCnt="1"/>
      <dgm:spPr/>
    </dgm:pt>
    <dgm:pt modelId="{0083EBBF-321F-4761-8285-D9125477E02D}" type="pres">
      <dgm:prSet presAssocID="{3B420EC1-7273-4918-9798-E42835DE6ADA}" presName="rect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C23AECEE-5775-47AC-AEE9-D4D5DCA40094}" type="pres">
      <dgm:prSet presAssocID="{3B420EC1-7273-4918-9798-E42835DE6ADA}" presName="rect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681A2CC0-A120-4C37-8CE7-F6A96A80809C}" type="pres">
      <dgm:prSet presAssocID="{3B420EC1-7273-4918-9798-E42835DE6ADA}" presName="rect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2F68D06D-5499-4457-AAAD-7C8FB2DC16AF}" type="pres">
      <dgm:prSet presAssocID="{3B420EC1-7273-4918-9798-E42835DE6ADA}" presName="rect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2E09B306-5409-4D70-BBE8-4E6350633D73}" srcId="{3B420EC1-7273-4918-9798-E42835DE6ADA}" destId="{A9226984-7225-45D3-BA9B-CBA2B72EF4B6}" srcOrd="2" destOrd="0" parTransId="{C79422C7-AE22-44A9-B621-3EBAFFA38605}" sibTransId="{DE9424A9-AB2C-45F7-8F8E-83DBF0801204}"/>
    <dgm:cxn modelId="{56C7A10E-4BFC-43CE-A1C8-9D6BEF80AA38}" type="presOf" srcId="{A9226984-7225-45D3-BA9B-CBA2B72EF4B6}" destId="{681A2CC0-A120-4C37-8CE7-F6A96A80809C}" srcOrd="0" destOrd="0" presId="urn:microsoft.com/office/officeart/2005/8/layout/matrix2"/>
    <dgm:cxn modelId="{B10C3F16-D005-4BDA-BCFD-ECA547E672DC}" type="presOf" srcId="{811304A1-7625-4F6B-9F32-F7FEBDC3EA20}" destId="{C23AECEE-5775-47AC-AEE9-D4D5DCA40094}" srcOrd="0" destOrd="0" presId="urn:microsoft.com/office/officeart/2005/8/layout/matrix2"/>
    <dgm:cxn modelId="{E8BD1119-CCFA-494B-8622-A99F1316FC62}" type="presOf" srcId="{70A79FD0-0BA2-429D-97D4-2F66A1C95B60}" destId="{2F68D06D-5499-4457-AAAD-7C8FB2DC16AF}" srcOrd="0" destOrd="0" presId="urn:microsoft.com/office/officeart/2005/8/layout/matrix2"/>
    <dgm:cxn modelId="{5755EB2C-F75D-4DA0-8BEF-7049D1038D42}" srcId="{3B420EC1-7273-4918-9798-E42835DE6ADA}" destId="{70A79FD0-0BA2-429D-97D4-2F66A1C95B60}" srcOrd="3" destOrd="0" parTransId="{A6F50BF4-2E6D-405E-9BE8-A1844156C7B3}" sibTransId="{AEB1A49A-90C2-45CC-BAA5-9AA4707EC40E}"/>
    <dgm:cxn modelId="{4864D098-0C24-425A-B56C-99670D9C9E84}" type="presOf" srcId="{EDC81310-AF3F-4CA5-9C12-951E76C6F0F9}" destId="{0083EBBF-321F-4761-8285-D9125477E02D}" srcOrd="0" destOrd="0" presId="urn:microsoft.com/office/officeart/2005/8/layout/matrix2"/>
    <dgm:cxn modelId="{DF6BA9B3-54EE-4C2C-AA8C-9B19893EC73C}" srcId="{3B420EC1-7273-4918-9798-E42835DE6ADA}" destId="{811304A1-7625-4F6B-9F32-F7FEBDC3EA20}" srcOrd="1" destOrd="0" parTransId="{BDE51858-84DA-4A9D-8667-311C18D2B3E3}" sibTransId="{7A8E502B-2878-4947-8245-11532553F8F1}"/>
    <dgm:cxn modelId="{5714C3CE-E660-49F6-8D50-F19C3A844C62}" srcId="{3B420EC1-7273-4918-9798-E42835DE6ADA}" destId="{EDC81310-AF3F-4CA5-9C12-951E76C6F0F9}" srcOrd="0" destOrd="0" parTransId="{46DA550B-4B7B-4384-A673-7EDB2E7A8B4B}" sibTransId="{3A8D66EC-408E-4F3F-A2B0-E1447C76D4E6}"/>
    <dgm:cxn modelId="{71EBCDE0-A6E8-4BC2-B4C4-B7F84F1DD2DF}" type="presOf" srcId="{3B420EC1-7273-4918-9798-E42835DE6ADA}" destId="{5A8D293F-0CC0-4719-B281-70E10B151899}" srcOrd="0" destOrd="0" presId="urn:microsoft.com/office/officeart/2005/8/layout/matrix2"/>
    <dgm:cxn modelId="{3B76AD61-044C-4047-AB05-64259158E543}" type="presParOf" srcId="{5A8D293F-0CC0-4719-B281-70E10B151899}" destId="{4F358AED-38EC-48E0-8C6E-C9EBBB24918D}" srcOrd="0" destOrd="0" presId="urn:microsoft.com/office/officeart/2005/8/layout/matrix2"/>
    <dgm:cxn modelId="{C6CF16DC-CC8E-4480-BFE3-51B924A9EDB8}" type="presParOf" srcId="{5A8D293F-0CC0-4719-B281-70E10B151899}" destId="{0083EBBF-321F-4761-8285-D9125477E02D}" srcOrd="1" destOrd="0" presId="urn:microsoft.com/office/officeart/2005/8/layout/matrix2"/>
    <dgm:cxn modelId="{612DAE5C-7F89-4D6A-B18D-7C3FE99F1658}" type="presParOf" srcId="{5A8D293F-0CC0-4719-B281-70E10B151899}" destId="{C23AECEE-5775-47AC-AEE9-D4D5DCA40094}" srcOrd="2" destOrd="0" presId="urn:microsoft.com/office/officeart/2005/8/layout/matrix2"/>
    <dgm:cxn modelId="{20E793B3-E702-4507-9D52-41B07B128B23}" type="presParOf" srcId="{5A8D293F-0CC0-4719-B281-70E10B151899}" destId="{681A2CC0-A120-4C37-8CE7-F6A96A80809C}" srcOrd="3" destOrd="0" presId="urn:microsoft.com/office/officeart/2005/8/layout/matrix2"/>
    <dgm:cxn modelId="{0E45DBF3-5FA0-4D48-83D2-A88E947F6E39}" type="presParOf" srcId="{5A8D293F-0CC0-4719-B281-70E10B151899}" destId="{2F68D06D-5499-4457-AAAD-7C8FB2DC16AF}" srcOrd="4" destOrd="0" presId="urn:microsoft.com/office/officeart/2005/8/layout/matrix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08646AA-F39E-41B9-A277-5E88BFC6609B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476C22D-FA51-4B0F-88E7-B41157BF335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1" dirty="0" err="1"/>
            <a:t>C'est</a:t>
          </a:r>
          <a:r>
            <a:rPr lang="en-US" sz="2000" b="1" dirty="0"/>
            <a:t> quoi ?</a:t>
          </a:r>
          <a:r>
            <a:rPr lang="en-US" sz="2000" dirty="0"/>
            <a:t> Une histoire </a:t>
          </a:r>
          <a:r>
            <a:rPr lang="en-US" sz="2000" dirty="0" err="1"/>
            <a:t>amusante</a:t>
          </a:r>
          <a:r>
            <a:rPr lang="en-US" sz="2000" dirty="0"/>
            <a:t> avec des </a:t>
          </a:r>
          <a:r>
            <a:rPr lang="en-US" sz="2000" dirty="0" err="1"/>
            <a:t>personnages</a:t>
          </a:r>
          <a:r>
            <a:rPr lang="en-US" sz="2000" dirty="0"/>
            <a:t> simples (</a:t>
          </a:r>
          <a:r>
            <a:rPr lang="en-US" sz="2000" dirty="0" err="1"/>
            <a:t>comme</a:t>
          </a:r>
          <a:r>
            <a:rPr lang="en-US" sz="2000" dirty="0"/>
            <a:t> des valets, des enfants </a:t>
          </a:r>
          <a:r>
            <a:rPr lang="en-US" sz="2000" dirty="0" err="1"/>
            <a:t>ou</a:t>
          </a:r>
          <a:r>
            <a:rPr lang="en-US" sz="2000" dirty="0"/>
            <a:t> des bourgeois).</a:t>
          </a:r>
        </a:p>
      </dgm:t>
    </dgm:pt>
    <dgm:pt modelId="{3B8D7EC2-97E5-4C7A-817C-1584E22F0E5D}" type="parTrans" cxnId="{6EE4D7CC-F02F-48D2-9BC3-0809461A2D32}">
      <dgm:prSet/>
      <dgm:spPr/>
      <dgm:t>
        <a:bodyPr/>
        <a:lstStyle/>
        <a:p>
          <a:endParaRPr lang="en-US"/>
        </a:p>
      </dgm:t>
    </dgm:pt>
    <dgm:pt modelId="{D2AAFFE2-673C-4A52-A26D-D8FB87DC382A}" type="sibTrans" cxnId="{6EE4D7CC-F02F-48D2-9BC3-0809461A2D32}">
      <dgm:prSet/>
      <dgm:spPr/>
      <dgm:t>
        <a:bodyPr/>
        <a:lstStyle/>
        <a:p>
          <a:endParaRPr lang="en-US"/>
        </a:p>
      </dgm:t>
    </dgm:pt>
    <dgm:pt modelId="{73567078-0589-4B03-B531-D5017EFF9C8D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 b="1" dirty="0"/>
            <a:t>Le but :</a:t>
          </a:r>
          <a:r>
            <a:rPr lang="en-US" dirty="0"/>
            <a:t> Faire </a:t>
          </a:r>
          <a:r>
            <a:rPr lang="en-US" dirty="0" err="1"/>
            <a:t>rire</a:t>
          </a:r>
          <a:r>
            <a:rPr lang="en-US" dirty="0"/>
            <a:t> les </a:t>
          </a:r>
          <a:r>
            <a:rPr lang="en-US" dirty="0" err="1"/>
            <a:t>spectateurs</a:t>
          </a:r>
          <a:r>
            <a:rPr lang="en-US" dirty="0"/>
            <a:t> et se </a:t>
          </a:r>
          <a:r>
            <a:rPr lang="en-US" dirty="0" err="1"/>
            <a:t>moquer</a:t>
          </a:r>
          <a:r>
            <a:rPr lang="en-US" dirty="0"/>
            <a:t> des petits </a:t>
          </a:r>
          <a:r>
            <a:rPr lang="en-US" dirty="0" err="1"/>
            <a:t>défauts</a:t>
          </a:r>
          <a:r>
            <a:rPr lang="en-US" dirty="0"/>
            <a:t> des gens (la </a:t>
          </a:r>
          <a:r>
            <a:rPr lang="en-US" dirty="0" err="1"/>
            <a:t>gourmandise</a:t>
          </a:r>
          <a:r>
            <a:rPr lang="en-US" dirty="0"/>
            <a:t>, la jalousie</a:t>
          </a:r>
          <a:r>
            <a:rPr lang="en-US" dirty="0">
              <a:latin typeface="Aptos Display" panose="02110004020202020204"/>
            </a:rPr>
            <a:t> ...).</a:t>
          </a:r>
          <a:endParaRPr lang="en-US" dirty="0"/>
        </a:p>
      </dgm:t>
    </dgm:pt>
    <dgm:pt modelId="{39648958-5A72-484F-9C8A-FF405FB91773}" type="parTrans" cxnId="{69A9C07B-F117-41EA-A18B-8227FACC86D4}">
      <dgm:prSet/>
      <dgm:spPr/>
      <dgm:t>
        <a:bodyPr/>
        <a:lstStyle/>
        <a:p>
          <a:endParaRPr lang="en-US"/>
        </a:p>
      </dgm:t>
    </dgm:pt>
    <dgm:pt modelId="{5D07DB0E-166E-4202-AD94-550F3580ED28}" type="sibTrans" cxnId="{69A9C07B-F117-41EA-A18B-8227FACC86D4}">
      <dgm:prSet/>
      <dgm:spPr/>
      <dgm:t>
        <a:bodyPr/>
        <a:lstStyle/>
        <a:p>
          <a:endParaRPr lang="en-US"/>
        </a:p>
      </dgm:t>
    </dgm:pt>
    <dgm:pt modelId="{A196D5B4-0723-44BD-A7EC-CF941BEB690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La fin :</a:t>
          </a:r>
          <a:r>
            <a:rPr lang="en-US" dirty="0"/>
            <a:t> Elle </a:t>
          </a:r>
          <a:r>
            <a:rPr lang="en-US" dirty="0" err="1"/>
            <a:t>finit</a:t>
          </a:r>
          <a:r>
            <a:rPr lang="en-US" dirty="0"/>
            <a:t> </a:t>
          </a:r>
          <a:r>
            <a:rPr lang="en-US" dirty="0" err="1"/>
            <a:t>toujours</a:t>
          </a:r>
          <a:r>
            <a:rPr lang="en-US" dirty="0"/>
            <a:t> bien (</a:t>
          </a:r>
          <a:r>
            <a:rPr lang="en-US" dirty="0" err="1"/>
            <a:t>souvent</a:t>
          </a:r>
          <a:r>
            <a:rPr lang="en-US" dirty="0"/>
            <a:t> par un </a:t>
          </a:r>
          <a:r>
            <a:rPr lang="en-US" dirty="0" err="1"/>
            <a:t>mariage</a:t>
          </a:r>
          <a:r>
            <a:rPr lang="en-US" dirty="0"/>
            <a:t>, </a:t>
          </a:r>
          <a:r>
            <a:rPr lang="en-US" dirty="0" err="1"/>
            <a:t>une</a:t>
          </a:r>
          <a:r>
            <a:rPr lang="en-US" dirty="0"/>
            <a:t> fête </a:t>
          </a:r>
          <a:r>
            <a:rPr lang="en-US" dirty="0" err="1"/>
            <a:t>ou</a:t>
          </a:r>
          <a:r>
            <a:rPr lang="en-US" dirty="0"/>
            <a:t> un pardon).</a:t>
          </a:r>
        </a:p>
      </dgm:t>
    </dgm:pt>
    <dgm:pt modelId="{03E9FE7B-EBE2-476A-8113-0C132C343F92}" type="parTrans" cxnId="{653F9F5D-A86B-49EB-80D2-FE4D7C34BEB0}">
      <dgm:prSet/>
      <dgm:spPr/>
      <dgm:t>
        <a:bodyPr/>
        <a:lstStyle/>
        <a:p>
          <a:endParaRPr lang="en-US"/>
        </a:p>
      </dgm:t>
    </dgm:pt>
    <dgm:pt modelId="{E1BD2888-76A8-4AB0-A128-AACAAC18B77C}" type="sibTrans" cxnId="{653F9F5D-A86B-49EB-80D2-FE4D7C34BEB0}">
      <dgm:prSet/>
      <dgm:spPr/>
      <dgm:t>
        <a:bodyPr/>
        <a:lstStyle/>
        <a:p>
          <a:endParaRPr lang="en-US"/>
        </a:p>
      </dgm:t>
    </dgm:pt>
    <dgm:pt modelId="{A6F31FA4-D3A9-46EA-AC3E-79B0C97D359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1" dirty="0" err="1"/>
            <a:t>Exemple</a:t>
          </a:r>
          <a:r>
            <a:rPr lang="en-US" i="1" dirty="0"/>
            <a:t> :</a:t>
          </a:r>
          <a:r>
            <a:rPr lang="en-US" dirty="0"/>
            <a:t> Les </a:t>
          </a:r>
          <a:r>
            <a:rPr lang="en-US" dirty="0" err="1"/>
            <a:t>pièces</a:t>
          </a:r>
          <a:r>
            <a:rPr lang="en-US" dirty="0"/>
            <a:t> de Molière (</a:t>
          </a:r>
          <a:r>
            <a:rPr lang="en-US" i="1" dirty="0"/>
            <a:t>Le </a:t>
          </a:r>
          <a:r>
            <a:rPr lang="en-US" i="1" dirty="0" err="1"/>
            <a:t>Malade</a:t>
          </a:r>
          <a:r>
            <a:rPr lang="en-US" i="1" dirty="0"/>
            <a:t> </a:t>
          </a:r>
          <a:r>
            <a:rPr lang="en-US" i="1" dirty="0" err="1"/>
            <a:t>imaginaire</a:t>
          </a:r>
          <a:r>
            <a:rPr lang="en-US" dirty="0"/>
            <a:t>).</a:t>
          </a:r>
        </a:p>
      </dgm:t>
    </dgm:pt>
    <dgm:pt modelId="{B128356F-FD56-42FC-AB5A-C82CC655ACCE}" type="parTrans" cxnId="{CAFF3154-FCE4-4B15-A8CE-6CE66CF72FE8}">
      <dgm:prSet/>
      <dgm:spPr/>
      <dgm:t>
        <a:bodyPr/>
        <a:lstStyle/>
        <a:p>
          <a:endParaRPr lang="en-US"/>
        </a:p>
      </dgm:t>
    </dgm:pt>
    <dgm:pt modelId="{3600D58F-B791-477A-8EBB-23B0662BB6D1}" type="sibTrans" cxnId="{CAFF3154-FCE4-4B15-A8CE-6CE66CF72FE8}">
      <dgm:prSet/>
      <dgm:spPr/>
      <dgm:t>
        <a:bodyPr/>
        <a:lstStyle/>
        <a:p>
          <a:endParaRPr lang="en-US"/>
        </a:p>
      </dgm:t>
    </dgm:pt>
    <dgm:pt modelId="{58BF229C-1D09-474D-B3A0-BE1B6A75C8C5}" type="pres">
      <dgm:prSet presAssocID="{B08646AA-F39E-41B9-A277-5E88BFC6609B}" presName="root" presStyleCnt="0">
        <dgm:presLayoutVars>
          <dgm:dir/>
          <dgm:resizeHandles val="exact"/>
        </dgm:presLayoutVars>
      </dgm:prSet>
      <dgm:spPr/>
    </dgm:pt>
    <dgm:pt modelId="{FBC39F21-EC44-4BAB-BE86-F2EED1F3D1A1}" type="pres">
      <dgm:prSet presAssocID="{5476C22D-FA51-4B0F-88E7-B41157BF3357}" presName="compNode" presStyleCnt="0"/>
      <dgm:spPr/>
    </dgm:pt>
    <dgm:pt modelId="{5FC26899-7BA3-41EC-8A06-84DA1C0DF0D6}" type="pres">
      <dgm:prSet presAssocID="{5476C22D-FA51-4B0F-88E7-B41157BF3357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437BB17E-4F52-4AF4-A0FB-38AD9ADD2224}" type="pres">
      <dgm:prSet presAssocID="{5476C22D-FA51-4B0F-88E7-B41157BF3357}" presName="spaceRect" presStyleCnt="0"/>
      <dgm:spPr/>
    </dgm:pt>
    <dgm:pt modelId="{F8519C15-FE9D-4CFB-A36D-1C68635E15A3}" type="pres">
      <dgm:prSet presAssocID="{5476C22D-FA51-4B0F-88E7-B41157BF3357}" presName="textRect" presStyleLbl="revTx" presStyleIdx="0" presStyleCnt="4">
        <dgm:presLayoutVars>
          <dgm:chMax val="1"/>
          <dgm:chPref val="1"/>
        </dgm:presLayoutVars>
      </dgm:prSet>
      <dgm:spPr/>
    </dgm:pt>
    <dgm:pt modelId="{790A0892-1732-405A-8BE8-09C483916AE7}" type="pres">
      <dgm:prSet presAssocID="{D2AAFFE2-673C-4A52-A26D-D8FB87DC382A}" presName="sibTrans" presStyleCnt="0"/>
      <dgm:spPr/>
    </dgm:pt>
    <dgm:pt modelId="{50FA3342-1DE2-45EA-A86F-CEF22D24F572}" type="pres">
      <dgm:prSet presAssocID="{73567078-0589-4B03-B531-D5017EFF9C8D}" presName="compNode" presStyleCnt="0"/>
      <dgm:spPr/>
    </dgm:pt>
    <dgm:pt modelId="{31A2986B-1028-479E-9600-8758037B1EAA}" type="pres">
      <dgm:prSet presAssocID="{73567078-0589-4B03-B531-D5017EFF9C8D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ongue"/>
        </a:ext>
      </dgm:extLst>
    </dgm:pt>
    <dgm:pt modelId="{FDB04551-3FC8-43D9-B94A-376E83C67CCF}" type="pres">
      <dgm:prSet presAssocID="{73567078-0589-4B03-B531-D5017EFF9C8D}" presName="spaceRect" presStyleCnt="0"/>
      <dgm:spPr/>
    </dgm:pt>
    <dgm:pt modelId="{77A1268E-C926-402A-A3F4-B41A3EC33C2F}" type="pres">
      <dgm:prSet presAssocID="{73567078-0589-4B03-B531-D5017EFF9C8D}" presName="textRect" presStyleLbl="revTx" presStyleIdx="1" presStyleCnt="4">
        <dgm:presLayoutVars>
          <dgm:chMax val="1"/>
          <dgm:chPref val="1"/>
        </dgm:presLayoutVars>
      </dgm:prSet>
      <dgm:spPr/>
    </dgm:pt>
    <dgm:pt modelId="{8D4C3D19-CF1E-4D5A-B6F6-135FA6894B19}" type="pres">
      <dgm:prSet presAssocID="{5D07DB0E-166E-4202-AD94-550F3580ED28}" presName="sibTrans" presStyleCnt="0"/>
      <dgm:spPr/>
    </dgm:pt>
    <dgm:pt modelId="{694DF206-2D14-4CF9-A4E5-F30D649CFF91}" type="pres">
      <dgm:prSet presAssocID="{A196D5B4-0723-44BD-A7EC-CF941BEB690D}" presName="compNode" presStyleCnt="0"/>
      <dgm:spPr/>
    </dgm:pt>
    <dgm:pt modelId="{9B79E64E-00A4-4DF2-BE9C-EB819D000A09}" type="pres">
      <dgm:prSet presAssocID="{A196D5B4-0723-44BD-A7EC-CF941BEB690D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9F331B3A-6A6A-45C4-8AB2-E11968493EB8}" type="pres">
      <dgm:prSet presAssocID="{A196D5B4-0723-44BD-A7EC-CF941BEB690D}" presName="spaceRect" presStyleCnt="0"/>
      <dgm:spPr/>
    </dgm:pt>
    <dgm:pt modelId="{8FDA2355-2C5F-4F63-8427-3CA9A3394806}" type="pres">
      <dgm:prSet presAssocID="{A196D5B4-0723-44BD-A7EC-CF941BEB690D}" presName="textRect" presStyleLbl="revTx" presStyleIdx="2" presStyleCnt="4">
        <dgm:presLayoutVars>
          <dgm:chMax val="1"/>
          <dgm:chPref val="1"/>
        </dgm:presLayoutVars>
      </dgm:prSet>
      <dgm:spPr/>
    </dgm:pt>
    <dgm:pt modelId="{54AC6A5A-D840-461B-9BF7-35CC84A2FFE6}" type="pres">
      <dgm:prSet presAssocID="{E1BD2888-76A8-4AB0-A128-AACAAC18B77C}" presName="sibTrans" presStyleCnt="0"/>
      <dgm:spPr/>
    </dgm:pt>
    <dgm:pt modelId="{0794698C-3512-4573-AD3B-6D4D4B128907}" type="pres">
      <dgm:prSet presAssocID="{A6F31FA4-D3A9-46EA-AC3E-79B0C97D3596}" presName="compNode" presStyleCnt="0"/>
      <dgm:spPr/>
    </dgm:pt>
    <dgm:pt modelId="{FD169923-B0B6-44A8-A749-841B6F4293D8}" type="pres">
      <dgm:prSet presAssocID="{A6F31FA4-D3A9-46EA-AC3E-79B0C97D3596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F5CA610B-785E-4E82-8E4F-074A687F5755}" type="pres">
      <dgm:prSet presAssocID="{A6F31FA4-D3A9-46EA-AC3E-79B0C97D3596}" presName="spaceRect" presStyleCnt="0"/>
      <dgm:spPr/>
    </dgm:pt>
    <dgm:pt modelId="{13653E15-80FB-4E02-A56A-70D13DB6AF8D}" type="pres">
      <dgm:prSet presAssocID="{A6F31FA4-D3A9-46EA-AC3E-79B0C97D359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294471C-CFE8-43FF-A85C-D980DEE963BE}" type="presOf" srcId="{73567078-0589-4B03-B531-D5017EFF9C8D}" destId="{77A1268E-C926-402A-A3F4-B41A3EC33C2F}" srcOrd="0" destOrd="0" presId="urn:microsoft.com/office/officeart/2018/2/layout/IconLabelList"/>
    <dgm:cxn modelId="{DB1CC03B-09C8-4B34-95C5-AB8137D459C0}" type="presOf" srcId="{A196D5B4-0723-44BD-A7EC-CF941BEB690D}" destId="{8FDA2355-2C5F-4F63-8427-3CA9A3394806}" srcOrd="0" destOrd="0" presId="urn:microsoft.com/office/officeart/2018/2/layout/IconLabelList"/>
    <dgm:cxn modelId="{653F9F5D-A86B-49EB-80D2-FE4D7C34BEB0}" srcId="{B08646AA-F39E-41B9-A277-5E88BFC6609B}" destId="{A196D5B4-0723-44BD-A7EC-CF941BEB690D}" srcOrd="2" destOrd="0" parTransId="{03E9FE7B-EBE2-476A-8113-0C132C343F92}" sibTransId="{E1BD2888-76A8-4AB0-A128-AACAAC18B77C}"/>
    <dgm:cxn modelId="{2020DC43-0C2A-4261-96C8-55BD2A404BB3}" type="presOf" srcId="{A6F31FA4-D3A9-46EA-AC3E-79B0C97D3596}" destId="{13653E15-80FB-4E02-A56A-70D13DB6AF8D}" srcOrd="0" destOrd="0" presId="urn:microsoft.com/office/officeart/2018/2/layout/IconLabelList"/>
    <dgm:cxn modelId="{CAFF3154-FCE4-4B15-A8CE-6CE66CF72FE8}" srcId="{B08646AA-F39E-41B9-A277-5E88BFC6609B}" destId="{A6F31FA4-D3A9-46EA-AC3E-79B0C97D3596}" srcOrd="3" destOrd="0" parTransId="{B128356F-FD56-42FC-AB5A-C82CC655ACCE}" sibTransId="{3600D58F-B791-477A-8EBB-23B0662BB6D1}"/>
    <dgm:cxn modelId="{69A9C07B-F117-41EA-A18B-8227FACC86D4}" srcId="{B08646AA-F39E-41B9-A277-5E88BFC6609B}" destId="{73567078-0589-4B03-B531-D5017EFF9C8D}" srcOrd="1" destOrd="0" parTransId="{39648958-5A72-484F-9C8A-FF405FB91773}" sibTransId="{5D07DB0E-166E-4202-AD94-550F3580ED28}"/>
    <dgm:cxn modelId="{6EE4D7CC-F02F-48D2-9BC3-0809461A2D32}" srcId="{B08646AA-F39E-41B9-A277-5E88BFC6609B}" destId="{5476C22D-FA51-4B0F-88E7-B41157BF3357}" srcOrd="0" destOrd="0" parTransId="{3B8D7EC2-97E5-4C7A-817C-1584E22F0E5D}" sibTransId="{D2AAFFE2-673C-4A52-A26D-D8FB87DC382A}"/>
    <dgm:cxn modelId="{F765B0D0-075B-4BAB-AB0F-DEA7322FBC14}" type="presOf" srcId="{5476C22D-FA51-4B0F-88E7-B41157BF3357}" destId="{F8519C15-FE9D-4CFB-A36D-1C68635E15A3}" srcOrd="0" destOrd="0" presId="urn:microsoft.com/office/officeart/2018/2/layout/IconLabelList"/>
    <dgm:cxn modelId="{9ABFE4DA-B96C-4A79-AB5E-FC1B6CCFCF54}" type="presOf" srcId="{B08646AA-F39E-41B9-A277-5E88BFC6609B}" destId="{58BF229C-1D09-474D-B3A0-BE1B6A75C8C5}" srcOrd="0" destOrd="0" presId="urn:microsoft.com/office/officeart/2018/2/layout/IconLabelList"/>
    <dgm:cxn modelId="{214A5DE4-82C3-4BBD-BE38-35A10A2F840B}" type="presParOf" srcId="{58BF229C-1D09-474D-B3A0-BE1B6A75C8C5}" destId="{FBC39F21-EC44-4BAB-BE86-F2EED1F3D1A1}" srcOrd="0" destOrd="0" presId="urn:microsoft.com/office/officeart/2018/2/layout/IconLabelList"/>
    <dgm:cxn modelId="{CCB3DF8F-8092-4951-8F79-056F4ED720FD}" type="presParOf" srcId="{FBC39F21-EC44-4BAB-BE86-F2EED1F3D1A1}" destId="{5FC26899-7BA3-41EC-8A06-84DA1C0DF0D6}" srcOrd="0" destOrd="0" presId="urn:microsoft.com/office/officeart/2018/2/layout/IconLabelList"/>
    <dgm:cxn modelId="{F5B1D6FB-8C2D-4417-8CDB-9A812FAA8475}" type="presParOf" srcId="{FBC39F21-EC44-4BAB-BE86-F2EED1F3D1A1}" destId="{437BB17E-4F52-4AF4-A0FB-38AD9ADD2224}" srcOrd="1" destOrd="0" presId="urn:microsoft.com/office/officeart/2018/2/layout/IconLabelList"/>
    <dgm:cxn modelId="{C6E81A6B-F909-4086-9CE1-5270C8B8166A}" type="presParOf" srcId="{FBC39F21-EC44-4BAB-BE86-F2EED1F3D1A1}" destId="{F8519C15-FE9D-4CFB-A36D-1C68635E15A3}" srcOrd="2" destOrd="0" presId="urn:microsoft.com/office/officeart/2018/2/layout/IconLabelList"/>
    <dgm:cxn modelId="{978086B3-027C-4483-8EB2-38B231BC70E2}" type="presParOf" srcId="{58BF229C-1D09-474D-B3A0-BE1B6A75C8C5}" destId="{790A0892-1732-405A-8BE8-09C483916AE7}" srcOrd="1" destOrd="0" presId="urn:microsoft.com/office/officeart/2018/2/layout/IconLabelList"/>
    <dgm:cxn modelId="{59EB9355-49E6-4DEA-8BEB-352472C4BDAE}" type="presParOf" srcId="{58BF229C-1D09-474D-B3A0-BE1B6A75C8C5}" destId="{50FA3342-1DE2-45EA-A86F-CEF22D24F572}" srcOrd="2" destOrd="0" presId="urn:microsoft.com/office/officeart/2018/2/layout/IconLabelList"/>
    <dgm:cxn modelId="{5E4956CA-7B6B-475C-B2A4-A903B84EC11E}" type="presParOf" srcId="{50FA3342-1DE2-45EA-A86F-CEF22D24F572}" destId="{31A2986B-1028-479E-9600-8758037B1EAA}" srcOrd="0" destOrd="0" presId="urn:microsoft.com/office/officeart/2018/2/layout/IconLabelList"/>
    <dgm:cxn modelId="{D9A2BFAD-52F6-426C-8084-9D8A0A5F9F13}" type="presParOf" srcId="{50FA3342-1DE2-45EA-A86F-CEF22D24F572}" destId="{FDB04551-3FC8-43D9-B94A-376E83C67CCF}" srcOrd="1" destOrd="0" presId="urn:microsoft.com/office/officeart/2018/2/layout/IconLabelList"/>
    <dgm:cxn modelId="{2C766DF1-1F02-4B94-8BE8-CE200293F700}" type="presParOf" srcId="{50FA3342-1DE2-45EA-A86F-CEF22D24F572}" destId="{77A1268E-C926-402A-A3F4-B41A3EC33C2F}" srcOrd="2" destOrd="0" presId="urn:microsoft.com/office/officeart/2018/2/layout/IconLabelList"/>
    <dgm:cxn modelId="{C349560C-AEBF-48AB-B982-EF7CADDF4DC0}" type="presParOf" srcId="{58BF229C-1D09-474D-B3A0-BE1B6A75C8C5}" destId="{8D4C3D19-CF1E-4D5A-B6F6-135FA6894B19}" srcOrd="3" destOrd="0" presId="urn:microsoft.com/office/officeart/2018/2/layout/IconLabelList"/>
    <dgm:cxn modelId="{8017F8DC-0DF7-4164-A868-5BA3404DF7E0}" type="presParOf" srcId="{58BF229C-1D09-474D-B3A0-BE1B6A75C8C5}" destId="{694DF206-2D14-4CF9-A4E5-F30D649CFF91}" srcOrd="4" destOrd="0" presId="urn:microsoft.com/office/officeart/2018/2/layout/IconLabelList"/>
    <dgm:cxn modelId="{D17EFE3E-1E22-4FFA-B481-8201C6D52B97}" type="presParOf" srcId="{694DF206-2D14-4CF9-A4E5-F30D649CFF91}" destId="{9B79E64E-00A4-4DF2-BE9C-EB819D000A09}" srcOrd="0" destOrd="0" presId="urn:microsoft.com/office/officeart/2018/2/layout/IconLabelList"/>
    <dgm:cxn modelId="{62D9509F-41C9-48FD-8A34-998191AB8CEF}" type="presParOf" srcId="{694DF206-2D14-4CF9-A4E5-F30D649CFF91}" destId="{9F331B3A-6A6A-45C4-8AB2-E11968493EB8}" srcOrd="1" destOrd="0" presId="urn:microsoft.com/office/officeart/2018/2/layout/IconLabelList"/>
    <dgm:cxn modelId="{56FEF3D6-39A1-4E08-AE53-1A226EA19FCD}" type="presParOf" srcId="{694DF206-2D14-4CF9-A4E5-F30D649CFF91}" destId="{8FDA2355-2C5F-4F63-8427-3CA9A3394806}" srcOrd="2" destOrd="0" presId="urn:microsoft.com/office/officeart/2018/2/layout/IconLabelList"/>
    <dgm:cxn modelId="{751D6A2F-0AC5-4D7C-B4F9-F40F25138B1C}" type="presParOf" srcId="{58BF229C-1D09-474D-B3A0-BE1B6A75C8C5}" destId="{54AC6A5A-D840-461B-9BF7-35CC84A2FFE6}" srcOrd="5" destOrd="0" presId="urn:microsoft.com/office/officeart/2018/2/layout/IconLabelList"/>
    <dgm:cxn modelId="{E9FCE1D2-37ED-4122-82E4-96174598B5B3}" type="presParOf" srcId="{58BF229C-1D09-474D-B3A0-BE1B6A75C8C5}" destId="{0794698C-3512-4573-AD3B-6D4D4B128907}" srcOrd="6" destOrd="0" presId="urn:microsoft.com/office/officeart/2018/2/layout/IconLabelList"/>
    <dgm:cxn modelId="{465D6ECD-A127-4239-AAEF-AD502A92787E}" type="presParOf" srcId="{0794698C-3512-4573-AD3B-6D4D4B128907}" destId="{FD169923-B0B6-44A8-A749-841B6F4293D8}" srcOrd="0" destOrd="0" presId="urn:microsoft.com/office/officeart/2018/2/layout/IconLabelList"/>
    <dgm:cxn modelId="{84B4A860-18AC-45C0-B6AD-2C2736EF8781}" type="presParOf" srcId="{0794698C-3512-4573-AD3B-6D4D4B128907}" destId="{F5CA610B-785E-4E82-8E4F-074A687F5755}" srcOrd="1" destOrd="0" presId="urn:microsoft.com/office/officeart/2018/2/layout/IconLabelList"/>
    <dgm:cxn modelId="{1CA825F9-AC2F-4F96-90F6-D15F57055CC7}" type="presParOf" srcId="{0794698C-3512-4573-AD3B-6D4D4B128907}" destId="{13653E15-80FB-4E02-A56A-70D13DB6AF8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358AED-38EC-48E0-8C6E-C9EBBB24918D}">
      <dsp:nvSpPr>
        <dsp:cNvPr id="0" name=""/>
        <dsp:cNvSpPr/>
      </dsp:nvSpPr>
      <dsp:spPr>
        <a:xfrm>
          <a:off x="3451556" y="0"/>
          <a:ext cx="5279774" cy="5279774"/>
        </a:xfrm>
        <a:prstGeom prst="quadArrow">
          <a:avLst>
            <a:gd name="adj1" fmla="val 2000"/>
            <a:gd name="adj2" fmla="val 4000"/>
            <a:gd name="adj3" fmla="val 5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83EBBF-321F-4761-8285-D9125477E02D}">
      <dsp:nvSpPr>
        <dsp:cNvPr id="0" name=""/>
        <dsp:cNvSpPr/>
      </dsp:nvSpPr>
      <dsp:spPr>
        <a:xfrm>
          <a:off x="3794741" y="343185"/>
          <a:ext cx="2111909" cy="211190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C'est quoi ?</a:t>
          </a:r>
          <a:r>
            <a:rPr lang="en-US" sz="1800" kern="1200"/>
            <a:t> Une histoire triste et grave avec des personnages très importants (des rois, des reines, des héros).</a:t>
          </a:r>
        </a:p>
      </dsp:txBody>
      <dsp:txXfrm>
        <a:off x="3897836" y="446280"/>
        <a:ext cx="1905719" cy="1905719"/>
      </dsp:txXfrm>
    </dsp:sp>
    <dsp:sp modelId="{C23AECEE-5775-47AC-AEE9-D4D5DCA40094}">
      <dsp:nvSpPr>
        <dsp:cNvPr id="0" name=""/>
        <dsp:cNvSpPr/>
      </dsp:nvSpPr>
      <dsp:spPr>
        <a:xfrm>
          <a:off x="6276235" y="343185"/>
          <a:ext cx="2111909" cy="211190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Le but :</a:t>
          </a:r>
          <a:r>
            <a:rPr lang="en-US" sz="1800" kern="1200"/>
            <a:t> Raconter l'histoire de personnes qui luttent contre un destin terrible ou un grand malheur.</a:t>
          </a:r>
        </a:p>
      </dsp:txBody>
      <dsp:txXfrm>
        <a:off x="6379330" y="446280"/>
        <a:ext cx="1905719" cy="1905719"/>
      </dsp:txXfrm>
    </dsp:sp>
    <dsp:sp modelId="{681A2CC0-A120-4C37-8CE7-F6A96A80809C}">
      <dsp:nvSpPr>
        <dsp:cNvPr id="0" name=""/>
        <dsp:cNvSpPr/>
      </dsp:nvSpPr>
      <dsp:spPr>
        <a:xfrm>
          <a:off x="3794741" y="2824679"/>
          <a:ext cx="2111909" cy="2111909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La fin :</a:t>
          </a:r>
          <a:r>
            <a:rPr lang="en-US" sz="1800" kern="1200"/>
            <a:t> Elle finit presque toujours mal (par la mort du héros ou un grand drame).</a:t>
          </a:r>
        </a:p>
      </dsp:txBody>
      <dsp:txXfrm>
        <a:off x="3897836" y="2927774"/>
        <a:ext cx="1905719" cy="1905719"/>
      </dsp:txXfrm>
    </dsp:sp>
    <dsp:sp modelId="{2F68D06D-5499-4457-AAAD-7C8FB2DC16AF}">
      <dsp:nvSpPr>
        <dsp:cNvPr id="0" name=""/>
        <dsp:cNvSpPr/>
      </dsp:nvSpPr>
      <dsp:spPr>
        <a:xfrm>
          <a:off x="6276235" y="2824679"/>
          <a:ext cx="2111909" cy="211190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1" kern="1200"/>
            <a:t>Exemple :</a:t>
          </a:r>
          <a:r>
            <a:rPr lang="en-US" sz="1800" kern="1200"/>
            <a:t> Les histoires de la mythologie grecque (</a:t>
          </a:r>
          <a:r>
            <a:rPr lang="en-US" sz="1800" i="1" kern="1200"/>
            <a:t>Œdipe</a:t>
          </a:r>
          <a:r>
            <a:rPr lang="en-US" sz="1800" kern="1200"/>
            <a:t>).</a:t>
          </a:r>
        </a:p>
      </dsp:txBody>
      <dsp:txXfrm>
        <a:off x="6379330" y="2927774"/>
        <a:ext cx="1905719" cy="190571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C26899-7BA3-41EC-8A06-84DA1C0DF0D6}">
      <dsp:nvSpPr>
        <dsp:cNvPr id="0" name=""/>
        <dsp:cNvSpPr/>
      </dsp:nvSpPr>
      <dsp:spPr>
        <a:xfrm>
          <a:off x="911843" y="577458"/>
          <a:ext cx="1078641" cy="107864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519C15-FE9D-4CFB-A36D-1C68635E15A3}">
      <dsp:nvSpPr>
        <dsp:cNvPr id="0" name=""/>
        <dsp:cNvSpPr/>
      </dsp:nvSpPr>
      <dsp:spPr>
        <a:xfrm>
          <a:off x="252673" y="2235629"/>
          <a:ext cx="2396980" cy="220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 err="1"/>
            <a:t>C'est</a:t>
          </a:r>
          <a:r>
            <a:rPr lang="en-US" sz="2000" b="1" kern="1200" dirty="0"/>
            <a:t> quoi ?</a:t>
          </a:r>
          <a:r>
            <a:rPr lang="en-US" sz="2000" kern="1200" dirty="0"/>
            <a:t> Une histoire </a:t>
          </a:r>
          <a:r>
            <a:rPr lang="en-US" sz="2000" kern="1200" dirty="0" err="1"/>
            <a:t>amusante</a:t>
          </a:r>
          <a:r>
            <a:rPr lang="en-US" sz="2000" kern="1200" dirty="0"/>
            <a:t> avec des </a:t>
          </a:r>
          <a:r>
            <a:rPr lang="en-US" sz="2000" kern="1200" dirty="0" err="1"/>
            <a:t>personnages</a:t>
          </a:r>
          <a:r>
            <a:rPr lang="en-US" sz="2000" kern="1200" dirty="0"/>
            <a:t> simples (</a:t>
          </a:r>
          <a:r>
            <a:rPr lang="en-US" sz="2000" kern="1200" dirty="0" err="1"/>
            <a:t>comme</a:t>
          </a:r>
          <a:r>
            <a:rPr lang="en-US" sz="2000" kern="1200" dirty="0"/>
            <a:t> des valets, des enfants </a:t>
          </a:r>
          <a:r>
            <a:rPr lang="en-US" sz="2000" kern="1200" dirty="0" err="1"/>
            <a:t>ou</a:t>
          </a:r>
          <a:r>
            <a:rPr lang="en-US" sz="2000" kern="1200" dirty="0"/>
            <a:t> des bourgeois).</a:t>
          </a:r>
        </a:p>
      </dsp:txBody>
      <dsp:txXfrm>
        <a:off x="252673" y="2235629"/>
        <a:ext cx="2396980" cy="2205000"/>
      </dsp:txXfrm>
    </dsp:sp>
    <dsp:sp modelId="{31A2986B-1028-479E-9600-8758037B1EAA}">
      <dsp:nvSpPr>
        <dsp:cNvPr id="0" name=""/>
        <dsp:cNvSpPr/>
      </dsp:nvSpPr>
      <dsp:spPr>
        <a:xfrm>
          <a:off x="3728295" y="577458"/>
          <a:ext cx="1078641" cy="107864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A1268E-C926-402A-A3F4-B41A3EC33C2F}">
      <dsp:nvSpPr>
        <dsp:cNvPr id="0" name=""/>
        <dsp:cNvSpPr/>
      </dsp:nvSpPr>
      <dsp:spPr>
        <a:xfrm>
          <a:off x="3069125" y="2235629"/>
          <a:ext cx="2396980" cy="220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Le but :</a:t>
          </a:r>
          <a:r>
            <a:rPr lang="en-US" sz="2100" kern="1200" dirty="0"/>
            <a:t> Faire </a:t>
          </a:r>
          <a:r>
            <a:rPr lang="en-US" sz="2100" kern="1200" dirty="0" err="1"/>
            <a:t>rire</a:t>
          </a:r>
          <a:r>
            <a:rPr lang="en-US" sz="2100" kern="1200" dirty="0"/>
            <a:t> les </a:t>
          </a:r>
          <a:r>
            <a:rPr lang="en-US" sz="2100" kern="1200" dirty="0" err="1"/>
            <a:t>spectateurs</a:t>
          </a:r>
          <a:r>
            <a:rPr lang="en-US" sz="2100" kern="1200" dirty="0"/>
            <a:t> et se </a:t>
          </a:r>
          <a:r>
            <a:rPr lang="en-US" sz="2100" kern="1200" dirty="0" err="1"/>
            <a:t>moquer</a:t>
          </a:r>
          <a:r>
            <a:rPr lang="en-US" sz="2100" kern="1200" dirty="0"/>
            <a:t> des petits </a:t>
          </a:r>
          <a:r>
            <a:rPr lang="en-US" sz="2100" kern="1200" dirty="0" err="1"/>
            <a:t>défauts</a:t>
          </a:r>
          <a:r>
            <a:rPr lang="en-US" sz="2100" kern="1200" dirty="0"/>
            <a:t> des gens (la </a:t>
          </a:r>
          <a:r>
            <a:rPr lang="en-US" sz="2100" kern="1200" dirty="0" err="1"/>
            <a:t>gourmandise</a:t>
          </a:r>
          <a:r>
            <a:rPr lang="en-US" sz="2100" kern="1200" dirty="0"/>
            <a:t>, la jalousie</a:t>
          </a:r>
          <a:r>
            <a:rPr lang="en-US" sz="2100" kern="1200" dirty="0">
              <a:latin typeface="Aptos Display" panose="02110004020202020204"/>
            </a:rPr>
            <a:t> ...).</a:t>
          </a:r>
          <a:endParaRPr lang="en-US" sz="2100" kern="1200" dirty="0"/>
        </a:p>
      </dsp:txBody>
      <dsp:txXfrm>
        <a:off x="3069125" y="2235629"/>
        <a:ext cx="2396980" cy="2205000"/>
      </dsp:txXfrm>
    </dsp:sp>
    <dsp:sp modelId="{9B79E64E-00A4-4DF2-BE9C-EB819D000A09}">
      <dsp:nvSpPr>
        <dsp:cNvPr id="0" name=""/>
        <dsp:cNvSpPr/>
      </dsp:nvSpPr>
      <dsp:spPr>
        <a:xfrm>
          <a:off x="6544746" y="577458"/>
          <a:ext cx="1078641" cy="107864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DA2355-2C5F-4F63-8427-3CA9A3394806}">
      <dsp:nvSpPr>
        <dsp:cNvPr id="0" name=""/>
        <dsp:cNvSpPr/>
      </dsp:nvSpPr>
      <dsp:spPr>
        <a:xfrm>
          <a:off x="5885577" y="2235629"/>
          <a:ext cx="2396980" cy="220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La fin :</a:t>
          </a:r>
          <a:r>
            <a:rPr lang="en-US" sz="2100" kern="1200" dirty="0"/>
            <a:t> Elle </a:t>
          </a:r>
          <a:r>
            <a:rPr lang="en-US" sz="2100" kern="1200" dirty="0" err="1"/>
            <a:t>finit</a:t>
          </a:r>
          <a:r>
            <a:rPr lang="en-US" sz="2100" kern="1200" dirty="0"/>
            <a:t> </a:t>
          </a:r>
          <a:r>
            <a:rPr lang="en-US" sz="2100" kern="1200" dirty="0" err="1"/>
            <a:t>toujours</a:t>
          </a:r>
          <a:r>
            <a:rPr lang="en-US" sz="2100" kern="1200" dirty="0"/>
            <a:t> bien (</a:t>
          </a:r>
          <a:r>
            <a:rPr lang="en-US" sz="2100" kern="1200" dirty="0" err="1"/>
            <a:t>souvent</a:t>
          </a:r>
          <a:r>
            <a:rPr lang="en-US" sz="2100" kern="1200" dirty="0"/>
            <a:t> par un </a:t>
          </a:r>
          <a:r>
            <a:rPr lang="en-US" sz="2100" kern="1200" dirty="0" err="1"/>
            <a:t>mariage</a:t>
          </a:r>
          <a:r>
            <a:rPr lang="en-US" sz="2100" kern="1200" dirty="0"/>
            <a:t>, </a:t>
          </a:r>
          <a:r>
            <a:rPr lang="en-US" sz="2100" kern="1200" dirty="0" err="1"/>
            <a:t>une</a:t>
          </a:r>
          <a:r>
            <a:rPr lang="en-US" sz="2100" kern="1200" dirty="0"/>
            <a:t> fête </a:t>
          </a:r>
          <a:r>
            <a:rPr lang="en-US" sz="2100" kern="1200" dirty="0" err="1"/>
            <a:t>ou</a:t>
          </a:r>
          <a:r>
            <a:rPr lang="en-US" sz="2100" kern="1200" dirty="0"/>
            <a:t> un pardon).</a:t>
          </a:r>
        </a:p>
      </dsp:txBody>
      <dsp:txXfrm>
        <a:off x="5885577" y="2235629"/>
        <a:ext cx="2396980" cy="2205000"/>
      </dsp:txXfrm>
    </dsp:sp>
    <dsp:sp modelId="{FD169923-B0B6-44A8-A749-841B6F4293D8}">
      <dsp:nvSpPr>
        <dsp:cNvPr id="0" name=""/>
        <dsp:cNvSpPr/>
      </dsp:nvSpPr>
      <dsp:spPr>
        <a:xfrm>
          <a:off x="9361198" y="577458"/>
          <a:ext cx="1078641" cy="107864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653E15-80FB-4E02-A56A-70D13DB6AF8D}">
      <dsp:nvSpPr>
        <dsp:cNvPr id="0" name=""/>
        <dsp:cNvSpPr/>
      </dsp:nvSpPr>
      <dsp:spPr>
        <a:xfrm>
          <a:off x="8702028" y="2235629"/>
          <a:ext cx="2396980" cy="220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i="1" kern="1200" dirty="0" err="1"/>
            <a:t>Exemple</a:t>
          </a:r>
          <a:r>
            <a:rPr lang="en-US" sz="2100" i="1" kern="1200" dirty="0"/>
            <a:t> :</a:t>
          </a:r>
          <a:r>
            <a:rPr lang="en-US" sz="2100" kern="1200" dirty="0"/>
            <a:t> Les </a:t>
          </a:r>
          <a:r>
            <a:rPr lang="en-US" sz="2100" kern="1200" dirty="0" err="1"/>
            <a:t>pièces</a:t>
          </a:r>
          <a:r>
            <a:rPr lang="en-US" sz="2100" kern="1200" dirty="0"/>
            <a:t> de Molière (</a:t>
          </a:r>
          <a:r>
            <a:rPr lang="en-US" sz="2100" i="1" kern="1200" dirty="0"/>
            <a:t>Le </a:t>
          </a:r>
          <a:r>
            <a:rPr lang="en-US" sz="2100" i="1" kern="1200" dirty="0" err="1"/>
            <a:t>Malade</a:t>
          </a:r>
          <a:r>
            <a:rPr lang="en-US" sz="2100" i="1" kern="1200" dirty="0"/>
            <a:t> </a:t>
          </a:r>
          <a:r>
            <a:rPr lang="en-US" sz="2100" i="1" kern="1200" dirty="0" err="1"/>
            <a:t>imaginaire</a:t>
          </a:r>
          <a:r>
            <a:rPr lang="en-US" sz="2100" kern="1200" dirty="0"/>
            <a:t>).</a:t>
          </a:r>
        </a:p>
      </dsp:txBody>
      <dsp:txXfrm>
        <a:off x="8702028" y="2235629"/>
        <a:ext cx="2396980" cy="2205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2">
  <dgm:title val=""/>
  <dgm:desc val=""/>
  <dgm:catLst>
    <dgm:cat type="matrix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l" for="ch" forName="rect1" refType="w" fact="0.065"/>
          <dgm:constr type="t" for="ch" forName="rect1" refType="h" fact="0.065"/>
          <dgm:constr type="w" for="ch" forName="rect2" refType="w" fact="0.4"/>
          <dgm:constr type="h" for="ch" forName="rect2" refType="h" fact="0.4"/>
          <dgm:constr type="r" for="ch" forName="rect2" refType="w" fact="0.935"/>
          <dgm:constr type="t" for="ch" forName="rect2" refType="h" fact="0.065"/>
          <dgm:constr type="w" for="ch" forName="rect3" refType="w" fact="0.4"/>
          <dgm:constr type="h" for="ch" forName="rect3" refType="w" fact="0.4"/>
          <dgm:constr type="l" for="ch" forName="rect3" refType="w" fact="0.065"/>
          <dgm:constr type="b" for="ch" forName="rect3" refType="h" fact="0.935"/>
          <dgm:constr type="w" for="ch" forName="rect4" refType="w" fact="0.4"/>
          <dgm:constr type="h" for="ch" forName="rect4" refType="h" fact="0.4"/>
          <dgm:constr type="r" for="ch" forName="rect4" refType="w" fact="0.935"/>
          <dgm:constr type="b" for="ch" forName="rect4" refType="h" fact="0.935"/>
        </dgm:constrLst>
      </dgm:if>
      <dgm:else name="Name2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r" for="ch" forName="rect1" refType="w" fact="0.935"/>
          <dgm:constr type="t" for="ch" forName="rect1" refType="h" fact="0.065"/>
          <dgm:constr type="w" for="ch" forName="rect2" refType="w" fact="0.4"/>
          <dgm:constr type="h" for="ch" forName="rect2" refType="h" fact="0.4"/>
          <dgm:constr type="l" for="ch" forName="rect2" refType="w" fact="0.065"/>
          <dgm:constr type="t" for="ch" forName="rect2" refType="h" fact="0.065"/>
          <dgm:constr type="w" for="ch" forName="rect3" refType="w" fact="0.4"/>
          <dgm:constr type="h" for="ch" forName="rect3" refType="w" fact="0.4"/>
          <dgm:constr type="r" for="ch" forName="rect3" refType="w" fact="0.935"/>
          <dgm:constr type="b" for="ch" forName="rect3" refType="h" fact="0.935"/>
          <dgm:constr type="w" for="ch" forName="rect4" refType="w" fact="0.4"/>
          <dgm:constr type="h" for="ch" forName="rect4" refType="h" fact="0.4"/>
          <dgm:constr type="l" for="ch" forName="rect4" refType="w" fact="0.065"/>
          <dgm:constr type="b" for="ch" forName="rect4" refType="h" fact="0.935"/>
        </dgm:constrLst>
      </dgm:else>
    </dgm:choose>
    <dgm:ruleLst/>
    <dgm:choose name="Name3">
      <dgm:if name="Name4" axis="ch" ptType="node" func="cnt" op="gte" val="1">
        <dgm:layoutNode name="axisShape" styleLbl="bgShp">
          <dgm:alg type="sp"/>
          <dgm:shape xmlns:r="http://schemas.openxmlformats.org/officeDocument/2006/relationships" type="quadArrow" r:blip="">
            <dgm:adjLst>
              <dgm:adj idx="1" val="0.02"/>
              <dgm:adj idx="2" val="0.04"/>
              <dgm:adj idx="3" val="0.05"/>
            </dgm:adjLst>
          </dgm:shape>
          <dgm:presOf/>
          <dgm:constrLst/>
          <dgm:ruleLst/>
        </dgm:layoutNode>
        <dgm:layoutNode name="rect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530"/>
            <a:ext cx="9144000" cy="300143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Le </a:t>
            </a:r>
            <a:r>
              <a:rPr lang="en-US" dirty="0" err="1">
                <a:solidFill>
                  <a:schemeClr val="bg1"/>
                </a:solidFill>
              </a:rPr>
              <a:t>Thêatre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Le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théâtre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est un art du spectacle vivant et un genre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littéraire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dans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lequel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des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acteurs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interprètent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une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histoire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devant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un public.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Contrairement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au roman,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l'histoire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ne passe pas par un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narrateur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: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elle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s'exprime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directement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à travers les </a:t>
            </a:r>
            <a:r>
              <a:rPr lang="en-US" b="1" dirty="0">
                <a:solidFill>
                  <a:schemeClr val="bg1"/>
                </a:solidFill>
                <a:ea typeface="+mn-lt"/>
                <a:cs typeface="+mn-lt"/>
              </a:rPr>
              <a:t>dialogues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et les </a:t>
            </a:r>
            <a:r>
              <a:rPr lang="en-US" b="1" dirty="0">
                <a:solidFill>
                  <a:schemeClr val="bg1"/>
                </a:solidFill>
                <a:ea typeface="+mn-lt"/>
                <a:cs typeface="+mn-lt"/>
              </a:rPr>
              <a:t>actions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des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personnages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sur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scène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CF2C0A-D145-BAFD-4FBC-08CD74724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pPr marL="742950" indent="-742950">
              <a:buAutoNum type="arabicPeriod"/>
            </a:pPr>
            <a:r>
              <a:rPr lang="en-US" sz="4000">
                <a:solidFill>
                  <a:srgbClr val="FFFFFF"/>
                </a:solidFill>
              </a:rPr>
              <a:t>La Tragédie (pour être ému et impressionné)</a:t>
            </a:r>
          </a:p>
        </p:txBody>
      </p:sp>
      <p:graphicFrame>
        <p:nvGraphicFramePr>
          <p:cNvPr id="34" name="Content Placeholder 2">
            <a:extLst>
              <a:ext uri="{FF2B5EF4-FFF2-40B4-BE49-F238E27FC236}">
                <a16:creationId xmlns:a16="http://schemas.microsoft.com/office/drawing/2014/main" id="{6ED274F6-0C52-FE2F-ADA6-C82DB484EB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211343"/>
              </p:ext>
            </p:extLst>
          </p:nvPr>
        </p:nvGraphicFramePr>
        <p:xfrm>
          <a:off x="-5885" y="1574698"/>
          <a:ext cx="12182887" cy="52797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8797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664E5-58E1-97D4-C6FE-98D9B6693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2. La Comédie (Pour </a:t>
            </a:r>
            <a:r>
              <a:rPr lang="en-US" dirty="0" err="1"/>
              <a:t>rire</a:t>
            </a:r>
            <a:r>
              <a:rPr lang="en-US" dirty="0"/>
              <a:t>!)</a:t>
            </a:r>
          </a:p>
          <a:p>
            <a:endParaRPr lang="en-US" dirty="0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41AE8CE4-45FC-E8DC-8388-906C18523E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7697043"/>
              </p:ext>
            </p:extLst>
          </p:nvPr>
        </p:nvGraphicFramePr>
        <p:xfrm>
          <a:off x="414867" y="1698624"/>
          <a:ext cx="11351683" cy="5018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67654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4" name="Rectangle 53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91B5EE-FC5F-91B9-100C-296E13F7B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>
                <a:ea typeface="+mj-lt"/>
                <a:cs typeface="+mj-lt"/>
              </a:rPr>
              <a:t>3. Le Drame (Comme dans la vraie vie)</a:t>
            </a:r>
            <a:endParaRPr lang="en-US" sz="4800"/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37ABBA54-ABB0-476C-6CF9-B66FCE74E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b="1" dirty="0" err="1">
                <a:ea typeface="+mn-lt"/>
                <a:cs typeface="+mn-lt"/>
              </a:rPr>
              <a:t>C'est</a:t>
            </a:r>
            <a:r>
              <a:rPr lang="en-US" sz="2400" b="1" dirty="0">
                <a:ea typeface="+mn-lt"/>
                <a:cs typeface="+mn-lt"/>
              </a:rPr>
              <a:t> quoi ?</a:t>
            </a:r>
            <a:r>
              <a:rPr lang="en-US" sz="2400" dirty="0">
                <a:ea typeface="+mn-lt"/>
                <a:cs typeface="+mn-lt"/>
              </a:rPr>
              <a:t> Une histoire qui mélange un peu de tout : moments tristes, moments </a:t>
            </a:r>
            <a:r>
              <a:rPr lang="en-US" sz="2400" dirty="0" err="1">
                <a:ea typeface="+mn-lt"/>
                <a:cs typeface="+mn-lt"/>
              </a:rPr>
              <a:t>sérieux</a:t>
            </a:r>
            <a:r>
              <a:rPr lang="en-US" sz="2400" dirty="0">
                <a:ea typeface="+mn-lt"/>
                <a:cs typeface="+mn-lt"/>
              </a:rPr>
              <a:t> et </a:t>
            </a:r>
            <a:r>
              <a:rPr lang="en-US" sz="2400" dirty="0" err="1">
                <a:ea typeface="+mn-lt"/>
                <a:cs typeface="+mn-lt"/>
              </a:rPr>
              <a:t>parfois</a:t>
            </a:r>
            <a:r>
              <a:rPr lang="en-US" sz="2400" dirty="0">
                <a:ea typeface="+mn-lt"/>
                <a:cs typeface="+mn-lt"/>
              </a:rPr>
              <a:t> un peu </a:t>
            </a:r>
            <a:r>
              <a:rPr lang="en-US" sz="2400" dirty="0" err="1">
                <a:ea typeface="+mn-lt"/>
                <a:cs typeface="+mn-lt"/>
              </a:rPr>
              <a:t>d'humour</a:t>
            </a:r>
            <a:r>
              <a:rPr lang="en-US" sz="2400" dirty="0">
                <a:ea typeface="+mn-lt"/>
                <a:cs typeface="+mn-lt"/>
              </a:rPr>
              <a:t>.</a:t>
            </a:r>
            <a:endParaRPr lang="en-US" sz="2400" dirty="0"/>
          </a:p>
          <a:p>
            <a:r>
              <a:rPr lang="en-US" sz="2400" b="1" dirty="0">
                <a:ea typeface="+mn-lt"/>
                <a:cs typeface="+mn-lt"/>
              </a:rPr>
              <a:t>Le but :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Montrer</a:t>
            </a:r>
            <a:r>
              <a:rPr lang="en-US" sz="2400" dirty="0">
                <a:ea typeface="+mn-lt"/>
                <a:cs typeface="+mn-lt"/>
              </a:rPr>
              <a:t> la vie </a:t>
            </a:r>
            <a:r>
              <a:rPr lang="en-US" sz="2400" dirty="0" err="1">
                <a:ea typeface="+mn-lt"/>
                <a:cs typeface="+mn-lt"/>
              </a:rPr>
              <a:t>telle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qu'elle</a:t>
            </a:r>
            <a:r>
              <a:rPr lang="en-US" sz="2400" dirty="0">
                <a:ea typeface="+mn-lt"/>
                <a:cs typeface="+mn-lt"/>
              </a:rPr>
              <a:t> est </a:t>
            </a:r>
            <a:r>
              <a:rPr lang="en-US" sz="2400" dirty="0" err="1">
                <a:ea typeface="+mn-lt"/>
                <a:cs typeface="+mn-lt"/>
              </a:rPr>
              <a:t>vraiment</a:t>
            </a:r>
            <a:r>
              <a:rPr lang="en-US" sz="2400" dirty="0">
                <a:ea typeface="+mn-lt"/>
                <a:cs typeface="+mn-lt"/>
              </a:rPr>
              <a:t>, avec des </a:t>
            </a:r>
            <a:r>
              <a:rPr lang="en-US" sz="2400" dirty="0" err="1">
                <a:ea typeface="+mn-lt"/>
                <a:cs typeface="+mn-lt"/>
              </a:rPr>
              <a:t>problèmes</a:t>
            </a:r>
            <a:r>
              <a:rPr lang="en-US" sz="2400" dirty="0">
                <a:ea typeface="+mn-lt"/>
                <a:cs typeface="+mn-lt"/>
              </a:rPr>
              <a:t> de </a:t>
            </a:r>
            <a:r>
              <a:rPr lang="en-US" sz="2400" dirty="0" err="1">
                <a:ea typeface="+mn-lt"/>
                <a:cs typeface="+mn-lt"/>
              </a:rPr>
              <a:t>tous</a:t>
            </a:r>
            <a:r>
              <a:rPr lang="en-US" sz="2400" dirty="0">
                <a:ea typeface="+mn-lt"/>
                <a:cs typeface="+mn-lt"/>
              </a:rPr>
              <a:t> les </a:t>
            </a:r>
            <a:r>
              <a:rPr lang="en-US" sz="2400" dirty="0" err="1">
                <a:ea typeface="+mn-lt"/>
                <a:cs typeface="+mn-lt"/>
              </a:rPr>
              <a:t>jours</a:t>
            </a:r>
            <a:r>
              <a:rPr lang="en-US" sz="2400" dirty="0">
                <a:ea typeface="+mn-lt"/>
                <a:cs typeface="+mn-lt"/>
              </a:rPr>
              <a:t>.</a:t>
            </a:r>
            <a:endParaRPr lang="en-US" sz="2400" dirty="0"/>
          </a:p>
          <a:p>
            <a:r>
              <a:rPr lang="en-US" sz="2400" b="1" dirty="0">
                <a:ea typeface="+mn-lt"/>
                <a:cs typeface="+mn-lt"/>
              </a:rPr>
              <a:t>La fin :</a:t>
            </a:r>
            <a:r>
              <a:rPr lang="en-US" sz="2400" dirty="0">
                <a:ea typeface="+mn-lt"/>
                <a:cs typeface="+mn-lt"/>
              </a:rPr>
              <a:t> Elle </a:t>
            </a:r>
            <a:r>
              <a:rPr lang="en-US" sz="2400" dirty="0" err="1">
                <a:ea typeface="+mn-lt"/>
                <a:cs typeface="+mn-lt"/>
              </a:rPr>
              <a:t>peut</a:t>
            </a:r>
            <a:r>
              <a:rPr lang="en-US" sz="2400" dirty="0">
                <a:ea typeface="+mn-lt"/>
                <a:cs typeface="+mn-lt"/>
              </a:rPr>
              <a:t> bien </a:t>
            </a:r>
            <a:r>
              <a:rPr lang="en-US" sz="2400" dirty="0" err="1">
                <a:ea typeface="+mn-lt"/>
                <a:cs typeface="+mn-lt"/>
              </a:rPr>
              <a:t>ou</a:t>
            </a:r>
            <a:r>
              <a:rPr lang="en-US" sz="2400" dirty="0">
                <a:ea typeface="+mn-lt"/>
                <a:cs typeface="+mn-lt"/>
              </a:rPr>
              <a:t> mal se terminer.</a:t>
            </a:r>
            <a:endParaRPr lang="en-US" sz="2400" dirty="0"/>
          </a:p>
          <a:p>
            <a:r>
              <a:rPr lang="en-US" sz="2400" i="1" dirty="0" err="1">
                <a:ea typeface="+mn-lt"/>
                <a:cs typeface="+mn-lt"/>
              </a:rPr>
              <a:t>Exemple</a:t>
            </a:r>
            <a:r>
              <a:rPr lang="en-US" sz="2400" i="1" dirty="0">
                <a:ea typeface="+mn-lt"/>
                <a:cs typeface="+mn-lt"/>
              </a:rPr>
              <a:t> :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L'histoire</a:t>
            </a:r>
            <a:r>
              <a:rPr lang="en-US" sz="2400" dirty="0">
                <a:ea typeface="+mn-lt"/>
                <a:cs typeface="+mn-lt"/>
              </a:rPr>
              <a:t> de </a:t>
            </a:r>
            <a:r>
              <a:rPr lang="en-US" sz="2400" i="1" dirty="0">
                <a:ea typeface="+mn-lt"/>
                <a:cs typeface="+mn-lt"/>
              </a:rPr>
              <a:t>Ruy Blas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ou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i="1" dirty="0">
                <a:ea typeface="+mn-lt"/>
                <a:cs typeface="+mn-lt"/>
              </a:rPr>
              <a:t>Robin des Bois</a:t>
            </a:r>
            <a:r>
              <a:rPr lang="en-US" sz="2400" dirty="0">
                <a:ea typeface="+mn-lt"/>
                <a:cs typeface="+mn-lt"/>
              </a:rPr>
              <a:t>.</a:t>
            </a:r>
            <a:endParaRPr lang="en-US" sz="2400" dirty="0"/>
          </a:p>
          <a:p>
            <a:endParaRPr lang="en-US" sz="2400"/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4894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E525B-C4DD-7306-CC43-7AFD7D929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D8816-C9BA-804E-EE49-AA1A599C39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2292"/>
            <a:ext cx="10515600" cy="211825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En conclusion, le </a:t>
            </a:r>
            <a:r>
              <a:rPr lang="en-US" sz="2400" dirty="0" err="1">
                <a:solidFill>
                  <a:schemeClr val="bg1"/>
                </a:solidFill>
                <a:ea typeface="+mn-lt"/>
                <a:cs typeface="+mn-lt"/>
              </a:rPr>
              <a:t>théâtre</a:t>
            </a:r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 repose sur </a:t>
            </a:r>
            <a:r>
              <a:rPr lang="en-US" sz="2400" dirty="0" err="1">
                <a:solidFill>
                  <a:schemeClr val="bg1"/>
                </a:solidFill>
                <a:ea typeface="+mn-lt"/>
                <a:cs typeface="+mn-lt"/>
              </a:rPr>
              <a:t>une</a:t>
            </a:r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 grande </a:t>
            </a:r>
            <a:r>
              <a:rPr lang="en-US" sz="2400" dirty="0" err="1">
                <a:solidFill>
                  <a:schemeClr val="bg1"/>
                </a:solidFill>
                <a:ea typeface="+mn-lt"/>
                <a:cs typeface="+mn-lt"/>
              </a:rPr>
              <a:t>variété</a:t>
            </a:r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chemeClr val="bg1"/>
                </a:solidFill>
                <a:ea typeface="+mn-lt"/>
                <a:cs typeface="+mn-lt"/>
              </a:rPr>
              <a:t>d'histoires</a:t>
            </a:r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 : la </a:t>
            </a:r>
            <a:r>
              <a:rPr lang="en-US" sz="2400" b="1" dirty="0">
                <a:solidFill>
                  <a:schemeClr val="bg1"/>
                </a:solidFill>
                <a:ea typeface="+mn-lt"/>
                <a:cs typeface="+mn-lt"/>
              </a:rPr>
              <a:t>comédie</a:t>
            </a:r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 nous fait </a:t>
            </a:r>
            <a:r>
              <a:rPr lang="en-US" sz="2400" dirty="0" err="1">
                <a:solidFill>
                  <a:schemeClr val="bg1"/>
                </a:solidFill>
                <a:ea typeface="+mn-lt"/>
                <a:cs typeface="+mn-lt"/>
              </a:rPr>
              <a:t>rire</a:t>
            </a:r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 des travers </a:t>
            </a:r>
            <a:r>
              <a:rPr lang="en-US" sz="2400" dirty="0" err="1">
                <a:solidFill>
                  <a:schemeClr val="bg1"/>
                </a:solidFill>
                <a:ea typeface="+mn-lt"/>
                <a:cs typeface="+mn-lt"/>
              </a:rPr>
              <a:t>humains</a:t>
            </a:r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 et se </a:t>
            </a:r>
            <a:r>
              <a:rPr lang="en-US" sz="2400" dirty="0" err="1">
                <a:solidFill>
                  <a:schemeClr val="bg1"/>
                </a:solidFill>
                <a:ea typeface="+mn-lt"/>
                <a:cs typeface="+mn-lt"/>
              </a:rPr>
              <a:t>termine</a:t>
            </a:r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 bien, la </a:t>
            </a:r>
            <a:r>
              <a:rPr lang="en-US" sz="2400" b="1" dirty="0" err="1">
                <a:solidFill>
                  <a:schemeClr val="bg1"/>
                </a:solidFill>
                <a:ea typeface="+mn-lt"/>
                <a:cs typeface="+mn-lt"/>
              </a:rPr>
              <a:t>tragédie</a:t>
            </a:r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 nous </a:t>
            </a:r>
            <a:r>
              <a:rPr lang="en-US" sz="2400" dirty="0" err="1">
                <a:solidFill>
                  <a:schemeClr val="bg1"/>
                </a:solidFill>
                <a:ea typeface="+mn-lt"/>
                <a:cs typeface="+mn-lt"/>
              </a:rPr>
              <a:t>émeut</a:t>
            </a:r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 avec le </a:t>
            </a:r>
            <a:r>
              <a:rPr lang="en-US" sz="2400" dirty="0" err="1">
                <a:solidFill>
                  <a:schemeClr val="bg1"/>
                </a:solidFill>
                <a:ea typeface="+mn-lt"/>
                <a:cs typeface="+mn-lt"/>
              </a:rPr>
              <a:t>destin</a:t>
            </a:r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chemeClr val="bg1"/>
                </a:solidFill>
                <a:ea typeface="+mn-lt"/>
                <a:cs typeface="+mn-lt"/>
              </a:rPr>
              <a:t>sombre</a:t>
            </a:r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 de grands </a:t>
            </a:r>
            <a:r>
              <a:rPr lang="en-US" sz="2400" dirty="0" err="1">
                <a:solidFill>
                  <a:schemeClr val="bg1"/>
                </a:solidFill>
                <a:ea typeface="+mn-lt"/>
                <a:cs typeface="+mn-lt"/>
              </a:rPr>
              <a:t>héros</a:t>
            </a:r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, et le </a:t>
            </a:r>
            <a:r>
              <a:rPr lang="en-US" sz="2400" b="1" dirty="0" err="1">
                <a:solidFill>
                  <a:schemeClr val="bg1"/>
                </a:solidFill>
                <a:ea typeface="+mn-lt"/>
                <a:cs typeface="+mn-lt"/>
              </a:rPr>
              <a:t>drame</a:t>
            </a:r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chemeClr val="bg1"/>
                </a:solidFill>
                <a:ea typeface="+mn-lt"/>
                <a:cs typeface="+mn-lt"/>
              </a:rPr>
              <a:t>cherche</a:t>
            </a:r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 à </a:t>
            </a:r>
            <a:r>
              <a:rPr lang="en-US" sz="2400" dirty="0" err="1">
                <a:solidFill>
                  <a:schemeClr val="bg1"/>
                </a:solidFill>
                <a:ea typeface="+mn-lt"/>
                <a:cs typeface="+mn-lt"/>
              </a:rPr>
              <a:t>refléter</a:t>
            </a:r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 la </a:t>
            </a:r>
            <a:r>
              <a:rPr lang="en-US" sz="2400" dirty="0" err="1">
                <a:solidFill>
                  <a:schemeClr val="bg1"/>
                </a:solidFill>
                <a:ea typeface="+mn-lt"/>
                <a:cs typeface="+mn-lt"/>
              </a:rPr>
              <a:t>vraie</a:t>
            </a:r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 vie avec </a:t>
            </a:r>
            <a:r>
              <a:rPr lang="en-US" sz="2400" dirty="0" err="1">
                <a:solidFill>
                  <a:schemeClr val="bg1"/>
                </a:solidFill>
                <a:ea typeface="+mn-lt"/>
                <a:cs typeface="+mn-lt"/>
              </a:rPr>
              <a:t>ses</a:t>
            </a:r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chemeClr val="bg1"/>
                </a:solidFill>
                <a:ea typeface="+mn-lt"/>
                <a:cs typeface="+mn-lt"/>
              </a:rPr>
              <a:t>hauts</a:t>
            </a:r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 et </a:t>
            </a:r>
            <a:r>
              <a:rPr lang="en-US" sz="2400" dirty="0" err="1">
                <a:solidFill>
                  <a:schemeClr val="bg1"/>
                </a:solidFill>
                <a:ea typeface="+mn-lt"/>
                <a:cs typeface="+mn-lt"/>
              </a:rPr>
              <a:t>ses</a:t>
            </a:r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 bas.</a:t>
            </a:r>
            <a:endParaRPr lang="en-US" sz="240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Chacun de </a:t>
            </a:r>
            <a:r>
              <a:rPr lang="en-US" sz="2400" dirty="0" err="1">
                <a:solidFill>
                  <a:schemeClr val="bg1"/>
                </a:solidFill>
                <a:ea typeface="+mn-lt"/>
                <a:cs typeface="+mn-lt"/>
              </a:rPr>
              <a:t>ces</a:t>
            </a:r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 genres </a:t>
            </a:r>
            <a:r>
              <a:rPr lang="en-US" sz="2400" dirty="0" err="1">
                <a:solidFill>
                  <a:schemeClr val="bg1"/>
                </a:solidFill>
                <a:ea typeface="+mn-lt"/>
                <a:cs typeface="+mn-lt"/>
              </a:rPr>
              <a:t>utilise</a:t>
            </a:r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 le jeu des </a:t>
            </a:r>
            <a:r>
              <a:rPr lang="en-US" sz="2400" dirty="0" err="1">
                <a:solidFill>
                  <a:schemeClr val="bg1"/>
                </a:solidFill>
                <a:ea typeface="+mn-lt"/>
                <a:cs typeface="+mn-lt"/>
              </a:rPr>
              <a:t>comédiens</a:t>
            </a:r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 et la </a:t>
            </a:r>
            <a:r>
              <a:rPr lang="en-US" sz="2400" dirty="0" err="1">
                <a:solidFill>
                  <a:schemeClr val="bg1"/>
                </a:solidFill>
                <a:ea typeface="+mn-lt"/>
                <a:cs typeface="+mn-lt"/>
              </a:rPr>
              <a:t>magie</a:t>
            </a:r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 de la </a:t>
            </a:r>
            <a:r>
              <a:rPr lang="en-US" sz="2400" dirty="0" err="1">
                <a:solidFill>
                  <a:schemeClr val="bg1"/>
                </a:solidFill>
                <a:ea typeface="+mn-lt"/>
                <a:cs typeface="+mn-lt"/>
              </a:rPr>
              <a:t>scène</a:t>
            </a:r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 pour faire passer des messages et faire vibrer le public.</a:t>
            </a:r>
            <a:endParaRPr lang="en-US" sz="240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0595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Le Thêatre</vt:lpstr>
      <vt:lpstr>La Tragédie (pour être ému et impressionné)</vt:lpstr>
      <vt:lpstr>2. La Comédie (Pour rire!) </vt:lpstr>
      <vt:lpstr>3. Le Drame (Comme dans la vraie vie)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 </cp:lastModifiedBy>
  <cp:revision>84</cp:revision>
  <dcterms:created xsi:type="dcterms:W3CDTF">2013-07-15T20:26:40Z</dcterms:created>
  <dcterms:modified xsi:type="dcterms:W3CDTF">2026-09-30T20:43:06Z</dcterms:modified>
</cp:coreProperties>
</file>